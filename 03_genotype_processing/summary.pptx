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AA84"/>
    <a:srgbClr val="46B1E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703635-F60F-44A6-ACD5-6F28996BD8D0}" v="55" dt="2026-01-26T06:25:17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1" d="100"/>
          <a:sy n="71" d="100"/>
        </p:scale>
        <p:origin x="114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BDF7F9-3932-2BC7-F5AD-CDC26D51F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FA6DC6B-E24F-2ADA-26DE-0F2EDD4ED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9AB2AE-1119-E401-E337-F4918D9B0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7A728E-A0F5-29C9-ABF5-0C3AD56DB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AB3124-DAB7-78CC-0DCC-F0C8698A5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257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97D483-6ADE-B3F7-047D-FD7287C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9FF038-FA73-924D-F405-077E6A0E3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CB31E1C-49B3-0896-9320-E8EF156D9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CCEDD9-2572-1969-B107-A38841CFE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34BE2D-769E-40EC-D526-1838C9364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5723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AE9032-0299-13A9-4D29-E61818D28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1334A3F-3786-3E1C-5C71-02CA234BA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3E842F9-318B-8CF7-34B5-3C103456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D0C47B-85A4-97B3-DC42-97BBEEC0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31B1D63-C38D-F94D-9911-0280370A1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5521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9D8C03-D959-0325-99D7-9237A72C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27E5E6-6E43-478C-16D0-636CD0FD6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DDA1F25-5529-724E-DBC1-217D61942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0433E9-C84C-240C-86B2-39B9C943F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3ED066D-F254-71B5-0C41-D12DE2557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5B95CD-1627-B561-C424-004FD23D9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48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D9D321-37EF-D233-1B1C-B2CA2E713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E7B9D5B-ED7F-C03D-4A3E-9009C18D6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F8CD8B-F97C-E3BB-9F23-19975F816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E9307C0-69C1-9741-2BCC-96F42AC17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430167C-F72F-33C1-F072-7B28278F8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78A8DE2-BB03-E7D2-D755-DC9619ACB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3BFE6F2-D33D-7F72-5574-AE004E65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504DE6-0411-F29D-1DD7-630819902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4377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9BCE4A-50EE-7D95-8442-88CA2C8FE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3CAA0FA-84D3-ACB5-4DA2-0835B18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B4F8A43-FA59-83C5-AF24-C0F14D491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3FD52D-968A-4625-6A80-2F593121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32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3B350C7-8651-893D-D3E8-58F6122D8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BB6A25C-6A30-7692-44F7-AA383E942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7189A4-720E-D4A0-5938-6CC5C25B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631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8A5D80-E5A3-353E-0132-872FFB797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0CF61-7D3D-646E-E6A9-6B01D31BA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C7330B5-E210-D51C-13EC-CAAFB1B5D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9B248A5-A0DC-E353-90B0-F68436B7D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19D3D3-0982-4FF0-924D-8536D0C0C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664534-F6FF-3472-5400-9DB5276E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6185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D659E-31B2-F2AD-73BA-D37A5F71E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25196B0-6AF7-78E3-0425-885742947B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D998F07-0709-8575-D1C2-D83FA82B6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58C43C8-D192-EE3A-66BA-B0249227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342BDFE-8C04-CA58-7578-93FFD8A25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2AE0A7-FF9D-DC70-81D3-222B13341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3954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DAD058-58E9-C5FA-EEA5-275056BDA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193F8F1-EE9E-55C6-0FDF-5F65589403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C836A0-0C3E-FD39-8813-C9C52869C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D3B895-1FE5-40C4-A39C-76EC665E7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D2F87FD-A036-3B6C-0EFA-74215465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101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4525BE7-ED5B-9F3D-1750-91097B6BF2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CB55A8F-40A7-9355-B4EF-B691800AB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63DDE8C-E134-2591-D713-1AB08490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856737-EDBA-8BD1-5770-E6CC8452E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FE30F59-572D-E6A0-0534-22676886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650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9CA79AF-35F8-7B62-1F8C-851798303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8D1F2BA-2558-B6F0-CE47-D44CD3A91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E819A9-C3E9-5194-314D-EDCA11D1D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338CBC-9822-D885-679D-23F9AC6E1D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1AC766-E266-5ECB-A4B5-F3F916237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4195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14BC-D194-2FCC-9883-11F87F98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群組 77">
            <a:extLst>
              <a:ext uri="{FF2B5EF4-FFF2-40B4-BE49-F238E27FC236}">
                <a16:creationId xmlns:a16="http://schemas.microsoft.com/office/drawing/2014/main" id="{BAE45292-F6E1-6000-BB90-CCFF15882E67}"/>
              </a:ext>
            </a:extLst>
          </p:cNvPr>
          <p:cNvGrpSpPr/>
          <p:nvPr/>
        </p:nvGrpSpPr>
        <p:grpSpPr>
          <a:xfrm>
            <a:off x="636493" y="1155856"/>
            <a:ext cx="10241283" cy="5279318"/>
            <a:chOff x="636493" y="1155856"/>
            <a:chExt cx="10241283" cy="5279318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02E36943-6CA5-512F-1EE4-176ED8679BA4}"/>
                </a:ext>
              </a:extLst>
            </p:cNvPr>
            <p:cNvSpPr/>
            <p:nvPr/>
          </p:nvSpPr>
          <p:spPr>
            <a:xfrm>
              <a:off x="1753496" y="1155856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DEB7E4F7-3DB5-50B2-9968-FD8AF4EF03F7}"/>
                </a:ext>
              </a:extLst>
            </p:cNvPr>
            <p:cNvSpPr/>
            <p:nvPr/>
          </p:nvSpPr>
          <p:spPr>
            <a:xfrm>
              <a:off x="175349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606B8E4A-08D8-788B-9B35-5689F3D2AD70}"/>
                </a:ext>
              </a:extLst>
            </p:cNvPr>
            <p:cNvSpPr/>
            <p:nvPr/>
          </p:nvSpPr>
          <p:spPr>
            <a:xfrm>
              <a:off x="1753496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(CHR:POS)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FA744124-A90D-8BF8-F880-00F1EDF48E3B}"/>
                </a:ext>
              </a:extLst>
            </p:cNvPr>
            <p:cNvSpPr/>
            <p:nvPr/>
          </p:nvSpPr>
          <p:spPr>
            <a:xfrm>
              <a:off x="1779493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Manhatton plot and 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QQ plot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504D6613-DA90-6343-7C63-5382DF7539B3}"/>
                </a:ext>
              </a:extLst>
            </p:cNvPr>
            <p:cNvSpPr/>
            <p:nvPr/>
          </p:nvSpPr>
          <p:spPr>
            <a:xfrm>
              <a:off x="5055197" y="1155856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helper files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04D5BCEB-A2B3-4020-D66C-BAB016826456}"/>
                </a:ext>
              </a:extLst>
            </p:cNvPr>
            <p:cNvSpPr/>
            <p:nvPr/>
          </p:nvSpPr>
          <p:spPr>
            <a:xfrm>
              <a:off x="5055197" y="2628758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CHR:POS to 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CB459FF5-A12F-CB3C-94CF-3A803C6D23AE}"/>
                </a:ext>
              </a:extLst>
            </p:cNvPr>
            <p:cNvCxnSpPr>
              <a:stCxn id="2" idx="2"/>
              <a:endCxn id="10" idx="0"/>
            </p:cNvCxnSpPr>
            <p:nvPr/>
          </p:nvCxnSpPr>
          <p:spPr>
            <a:xfrm>
              <a:off x="2896496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F6F58D9A-2C8A-3BB6-4E05-479099BB9AF4}"/>
                </a:ext>
              </a:extLst>
            </p:cNvPr>
            <p:cNvCxnSpPr/>
            <p:nvPr/>
          </p:nvCxnSpPr>
          <p:spPr>
            <a:xfrm>
              <a:off x="2896496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1E3FCC1F-871F-C370-8DD0-FC3A455B0115}"/>
                </a:ext>
              </a:extLst>
            </p:cNvPr>
            <p:cNvCxnSpPr/>
            <p:nvPr/>
          </p:nvCxnSpPr>
          <p:spPr>
            <a:xfrm>
              <a:off x="2922493" y="4962272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B5AB5AF8-F466-6F0D-766C-E57CEEFC2685}"/>
                </a:ext>
              </a:extLst>
            </p:cNvPr>
            <p:cNvCxnSpPr/>
            <p:nvPr/>
          </p:nvCxnSpPr>
          <p:spPr>
            <a:xfrm>
              <a:off x="6256467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8C758458-9CD2-2C36-1951-50B7DF3C9211}"/>
                </a:ext>
              </a:extLst>
            </p:cNvPr>
            <p:cNvSpPr/>
            <p:nvPr/>
          </p:nvSpPr>
          <p:spPr>
            <a:xfrm>
              <a:off x="5113468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LDSC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heritability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C0A52B1A-6FD9-957E-7820-03DDAE9AEBB7}"/>
                </a:ext>
              </a:extLst>
            </p:cNvPr>
            <p:cNvSpPr/>
            <p:nvPr/>
          </p:nvSpPr>
          <p:spPr>
            <a:xfrm>
              <a:off x="859177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(brain cohort)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48BF6E47-80E8-A1BE-5E59-DD66AA4438CE}"/>
                </a:ext>
              </a:extLst>
            </p:cNvPr>
            <p:cNvSpPr txBox="1"/>
            <p:nvPr/>
          </p:nvSpPr>
          <p:spPr>
            <a:xfrm>
              <a:off x="1772407" y="2157380"/>
              <a:ext cx="10514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qc_flow.txt</a:t>
              </a:r>
              <a:endParaRPr lang="zh-TW" altLang="en-US" sz="1400" dirty="0"/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F3D5AE69-5743-B055-46D9-C2AAE4C4364A}"/>
                </a:ext>
              </a:extLst>
            </p:cNvPr>
            <p:cNvSpPr txBox="1"/>
            <p:nvPr/>
          </p:nvSpPr>
          <p:spPr>
            <a:xfrm>
              <a:off x="1673534" y="3660305"/>
              <a:ext cx="11503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Bolt-lmm.txt</a:t>
              </a:r>
              <a:endParaRPr lang="zh-TW" altLang="en-US" sz="1400" dirty="0"/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AEB99229-3416-C10C-19A0-CB38AFB4DD23}"/>
                </a:ext>
              </a:extLst>
            </p:cNvPr>
            <p:cNvSpPr txBox="1"/>
            <p:nvPr/>
          </p:nvSpPr>
          <p:spPr>
            <a:xfrm>
              <a:off x="636493" y="5128285"/>
              <a:ext cx="24079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dirty="0" err="1"/>
                <a:t>manhatton_qq_sigsnps.R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1B460252-D8F3-CBBA-78DB-8AAD4DD56505}"/>
                </a:ext>
              </a:extLst>
            </p:cNvPr>
            <p:cNvSpPr txBox="1"/>
            <p:nvPr/>
          </p:nvSpPr>
          <p:spPr>
            <a:xfrm>
              <a:off x="5014411" y="2157379"/>
              <a:ext cx="11837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qc_helper.txt</a:t>
              </a:r>
              <a:endParaRPr lang="zh-TW" altLang="en-US" sz="1400" dirty="0"/>
            </a:p>
          </p:txBody>
        </p:sp>
        <p:cxnSp>
          <p:nvCxnSpPr>
            <p:cNvPr id="45" name="直線單箭頭接點 44">
              <a:extLst>
                <a:ext uri="{FF2B5EF4-FFF2-40B4-BE49-F238E27FC236}">
                  <a16:creationId xmlns:a16="http://schemas.microsoft.com/office/drawing/2014/main" id="{E96888DB-A58E-2A88-E276-046268BDD265}"/>
                </a:ext>
              </a:extLst>
            </p:cNvPr>
            <p:cNvCxnSpPr/>
            <p:nvPr/>
          </p:nvCxnSpPr>
          <p:spPr>
            <a:xfrm>
              <a:off x="6267223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矩形: 圓角 45">
              <a:extLst>
                <a:ext uri="{FF2B5EF4-FFF2-40B4-BE49-F238E27FC236}">
                  <a16:creationId xmlns:a16="http://schemas.microsoft.com/office/drawing/2014/main" id="{142A14F4-4BA1-074C-5943-3F0A7113641F}"/>
                </a:ext>
              </a:extLst>
            </p:cNvPr>
            <p:cNvSpPr/>
            <p:nvPr/>
          </p:nvSpPr>
          <p:spPr>
            <a:xfrm>
              <a:off x="5113467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直線單箭頭接點 46">
              <a:extLst>
                <a:ext uri="{FF2B5EF4-FFF2-40B4-BE49-F238E27FC236}">
                  <a16:creationId xmlns:a16="http://schemas.microsoft.com/office/drawing/2014/main" id="{F9B95F03-8A54-2C82-E25A-A14A6C601E73}"/>
                </a:ext>
              </a:extLst>
            </p:cNvPr>
            <p:cNvCxnSpPr>
              <a:cxnSpLocks/>
              <a:stCxn id="11" idx="3"/>
              <a:endCxn id="46" idx="1"/>
            </p:cNvCxnSpPr>
            <p:nvPr/>
          </p:nvCxnSpPr>
          <p:spPr>
            <a:xfrm>
              <a:off x="4039496" y="4534656"/>
              <a:ext cx="10739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58C8266A-5619-168D-5112-4A3489416B00}"/>
                </a:ext>
              </a:extLst>
            </p:cNvPr>
            <p:cNvSpPr txBox="1"/>
            <p:nvPr/>
          </p:nvSpPr>
          <p:spPr>
            <a:xfrm>
              <a:off x="5381336" y="3660304"/>
              <a:ext cx="6905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 err="1"/>
                <a:t>map.R</a:t>
              </a:r>
              <a:endParaRPr lang="zh-TW" altLang="en-US" sz="1400" dirty="0"/>
            </a:p>
          </p:txBody>
        </p:sp>
        <p:cxnSp>
          <p:nvCxnSpPr>
            <p:cNvPr id="51" name="直線單箭頭接點 50">
              <a:extLst>
                <a:ext uri="{FF2B5EF4-FFF2-40B4-BE49-F238E27FC236}">
                  <a16:creationId xmlns:a16="http://schemas.microsoft.com/office/drawing/2014/main" id="{46663131-0CC2-D0CE-73B6-B7C84AA3D0D3}"/>
                </a:ext>
              </a:extLst>
            </p:cNvPr>
            <p:cNvCxnSpPr>
              <a:cxnSpLocks/>
              <a:stCxn id="46" idx="2"/>
              <a:endCxn id="24" idx="0"/>
            </p:cNvCxnSpPr>
            <p:nvPr/>
          </p:nvCxnSpPr>
          <p:spPr>
            <a:xfrm>
              <a:off x="6256467" y="4962272"/>
              <a:ext cx="1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E432EFCA-9434-D814-B8C8-0F0359D2569C}"/>
                </a:ext>
              </a:extLst>
            </p:cNvPr>
            <p:cNvSpPr txBox="1"/>
            <p:nvPr/>
          </p:nvSpPr>
          <p:spPr>
            <a:xfrm>
              <a:off x="5410703" y="5097507"/>
              <a:ext cx="7401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ldsc.py</a:t>
              </a:r>
              <a:endParaRPr lang="zh-TW" altLang="en-US" sz="1400" dirty="0"/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01C1718F-4C23-1DD3-19D3-20795FDB8F5E}"/>
                </a:ext>
              </a:extLst>
            </p:cNvPr>
            <p:cNvSpPr/>
            <p:nvPr/>
          </p:nvSpPr>
          <p:spPr>
            <a:xfrm>
              <a:off x="8591776" y="5579940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PGS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6" name="直線單箭頭接點 55">
              <a:extLst>
                <a:ext uri="{FF2B5EF4-FFF2-40B4-BE49-F238E27FC236}">
                  <a16:creationId xmlns:a16="http://schemas.microsoft.com/office/drawing/2014/main" id="{FBC17EE3-9996-1E33-D1AF-F8DA2B7D4337}"/>
                </a:ext>
              </a:extLst>
            </p:cNvPr>
            <p:cNvCxnSpPr>
              <a:cxnSpLocks/>
              <a:stCxn id="24" idx="3"/>
              <a:endCxn id="55" idx="1"/>
            </p:cNvCxnSpPr>
            <p:nvPr/>
          </p:nvCxnSpPr>
          <p:spPr>
            <a:xfrm flipV="1">
              <a:off x="7399468" y="6007557"/>
              <a:ext cx="119230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線單箭頭接點 58">
              <a:extLst>
                <a:ext uri="{FF2B5EF4-FFF2-40B4-BE49-F238E27FC236}">
                  <a16:creationId xmlns:a16="http://schemas.microsoft.com/office/drawing/2014/main" id="{F3897C6D-CF2A-C10D-3218-72944D3FE653}"/>
                </a:ext>
              </a:extLst>
            </p:cNvPr>
            <p:cNvCxnSpPr>
              <a:cxnSpLocks/>
              <a:endCxn id="55" idx="0"/>
            </p:cNvCxnSpPr>
            <p:nvPr/>
          </p:nvCxnSpPr>
          <p:spPr>
            <a:xfrm>
              <a:off x="9734776" y="3483992"/>
              <a:ext cx="0" cy="20959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80E248F-8E07-CBD0-7211-2BFA94B9595D}"/>
                </a:ext>
              </a:extLst>
            </p:cNvPr>
            <p:cNvCxnSpPr>
              <a:stCxn id="46" idx="3"/>
            </p:cNvCxnSpPr>
            <p:nvPr/>
          </p:nvCxnSpPr>
          <p:spPr>
            <a:xfrm flipV="1">
              <a:off x="7399467" y="4531966"/>
              <a:ext cx="2335309" cy="269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6473ACB-8DF3-EF47-8270-442B3751BFBB}"/>
                </a:ext>
              </a:extLst>
            </p:cNvPr>
            <p:cNvSpPr txBox="1"/>
            <p:nvPr/>
          </p:nvSpPr>
          <p:spPr>
            <a:xfrm>
              <a:off x="8692250" y="4117813"/>
              <a:ext cx="9420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ldpred2.R</a:t>
              </a:r>
              <a:endParaRPr lang="zh-TW" altLang="en-US" sz="1400" dirty="0"/>
            </a:p>
          </p:txBody>
        </p:sp>
      </p:grp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E1C2947A-A788-DA3B-C82D-48CFC5C03B56}"/>
              </a:ext>
            </a:extLst>
          </p:cNvPr>
          <p:cNvGrpSpPr/>
          <p:nvPr/>
        </p:nvGrpSpPr>
        <p:grpSpPr>
          <a:xfrm>
            <a:off x="9924745" y="360990"/>
            <a:ext cx="1906061" cy="1326169"/>
            <a:chOff x="12192000" y="377126"/>
            <a:chExt cx="1906061" cy="1326169"/>
          </a:xfrm>
        </p:grpSpPr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45D783D4-C80C-31B4-0D10-108B8CAD769E}"/>
                </a:ext>
              </a:extLst>
            </p:cNvPr>
            <p:cNvSpPr/>
            <p:nvPr/>
          </p:nvSpPr>
          <p:spPr>
            <a:xfrm>
              <a:off x="12192000" y="415371"/>
              <a:ext cx="230400" cy="231289"/>
            </a:xfrm>
            <a:prstGeom prst="ellipse">
              <a:avLst/>
            </a:prstGeom>
            <a:solidFill>
              <a:srgbClr val="46B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E73B80FA-34C2-79BF-F553-DC27AC0E34E6}"/>
                </a:ext>
              </a:extLst>
            </p:cNvPr>
            <p:cNvSpPr/>
            <p:nvPr/>
          </p:nvSpPr>
          <p:spPr>
            <a:xfrm>
              <a:off x="12192000" y="924567"/>
              <a:ext cx="230400" cy="231289"/>
            </a:xfrm>
            <a:prstGeom prst="ellipse">
              <a:avLst/>
            </a:prstGeom>
            <a:solidFill>
              <a:srgbClr val="F2AA8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63988330-8465-E20D-AF6D-32A209D4D4E2}"/>
                </a:ext>
              </a:extLst>
            </p:cNvPr>
            <p:cNvSpPr/>
            <p:nvPr/>
          </p:nvSpPr>
          <p:spPr>
            <a:xfrm>
              <a:off x="12192000" y="1433763"/>
              <a:ext cx="230400" cy="23128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6DBF63A6-0191-AEF7-D1C3-1FCA77332A1D}"/>
                </a:ext>
              </a:extLst>
            </p:cNvPr>
            <p:cNvSpPr txBox="1"/>
            <p:nvPr/>
          </p:nvSpPr>
          <p:spPr>
            <a:xfrm>
              <a:off x="12520642" y="377126"/>
              <a:ext cx="13252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Genotype data</a:t>
              </a:r>
              <a:endParaRPr lang="zh-TW" altLang="en-US" sz="1400" dirty="0"/>
            </a:p>
          </p:txBody>
        </p:sp>
        <p:sp>
          <p:nvSpPr>
            <p:cNvPr id="72" name="文字方塊 71">
              <a:extLst>
                <a:ext uri="{FF2B5EF4-FFF2-40B4-BE49-F238E27FC236}">
                  <a16:creationId xmlns:a16="http://schemas.microsoft.com/office/drawing/2014/main" id="{A9A02AA3-8E47-4EB9-8F14-88254CC5F310}"/>
                </a:ext>
              </a:extLst>
            </p:cNvPr>
            <p:cNvSpPr txBox="1"/>
            <p:nvPr/>
          </p:nvSpPr>
          <p:spPr>
            <a:xfrm>
              <a:off x="12532696" y="887829"/>
              <a:ext cx="15653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Downstream data</a:t>
              </a:r>
              <a:endParaRPr lang="zh-TW" altLang="en-US" sz="1400" dirty="0"/>
            </a:p>
          </p:txBody>
        </p: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61381238-1757-1000-C6EE-E4FBF0F5D384}"/>
                </a:ext>
              </a:extLst>
            </p:cNvPr>
            <p:cNvSpPr txBox="1"/>
            <p:nvPr/>
          </p:nvSpPr>
          <p:spPr>
            <a:xfrm>
              <a:off x="12532695" y="1395518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Helper files</a:t>
              </a:r>
              <a:endParaRPr lang="zh-TW" altLang="en-US" sz="1400" dirty="0"/>
            </a:p>
          </p:txBody>
        </p:sp>
      </p:grp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717EFC63-4735-1BDC-6633-38901379C816}"/>
              </a:ext>
            </a:extLst>
          </p:cNvPr>
          <p:cNvSpPr txBox="1"/>
          <p:nvPr/>
        </p:nvSpPr>
        <p:spPr>
          <a:xfrm>
            <a:off x="960525" y="312717"/>
            <a:ext cx="46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Res_fc_pgs/03_genotype_processing</a:t>
            </a:r>
            <a:endParaRPr lang="zh-TW" altLang="en-US" dirty="0"/>
          </a:p>
        </p:txBody>
      </p:sp>
      <p:pic>
        <p:nvPicPr>
          <p:cNvPr id="76" name="圖形 75" descr="打開的資料夾​​ 以實心填滿">
            <a:extLst>
              <a:ext uri="{FF2B5EF4-FFF2-40B4-BE49-F238E27FC236}">
                <a16:creationId xmlns:a16="http://schemas.microsoft.com/office/drawing/2014/main" id="{BF00A1E2-D40B-AF42-F114-5490BA3B7B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789" y="136588"/>
            <a:ext cx="674736" cy="674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807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90</Words>
  <Application>Microsoft Office PowerPoint</Application>
  <PresentationFormat>寬螢幕</PresentationFormat>
  <Paragraphs>21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東彥 吳</dc:creator>
  <cp:lastModifiedBy>東彥 吳</cp:lastModifiedBy>
  <cp:revision>2</cp:revision>
  <dcterms:created xsi:type="dcterms:W3CDTF">2026-01-26T05:59:22Z</dcterms:created>
  <dcterms:modified xsi:type="dcterms:W3CDTF">2026-01-26T06:27:14Z</dcterms:modified>
</cp:coreProperties>
</file>